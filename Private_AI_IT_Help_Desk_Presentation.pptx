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Private AI on an IT Help Desk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a Secure Local LLM + RAG System with Commodity GPUs</a:t>
            </a:r>
          </a:p>
          <a:p>
            <a:r>
              <a:t>AI/ML Showcase – March 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if your IT Help Desk could answer questions instantly...</a:t>
            </a:r>
          </a:p>
          <a:p>
            <a:pPr lvl="1"/>
            <a:r>
              <a:t>Without sending data to the cloud?</a:t>
            </a:r>
          </a:p>
          <a:p>
            <a:pPr lvl="1"/>
            <a:r>
              <a:t>Without exposing sensitive internal information?</a:t>
            </a:r>
          </a:p>
          <a:p>
            <a:pPr lvl="1"/>
            <a:r>
              <a:t>Running entirely on hardware we already own?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IT Help Desk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Knowledge scattered across documents and PDFs</a:t>
            </a:r>
          </a:p>
          <a:p>
            <a:pPr lvl="1"/>
            <a:r>
              <a:t>Repeated tickets for common issues</a:t>
            </a:r>
          </a:p>
          <a:p>
            <a:pPr lvl="1"/>
            <a:r>
              <a:t>Time spent searching instead of solving</a:t>
            </a:r>
          </a:p>
          <a:p>
            <a:pPr lvl="1"/>
            <a:r>
              <a:t>Security restrictions limiting cloud AI adoption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in One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fully local Large Language Model (LLM)</a:t>
            </a:r>
          </a:p>
          <a:p>
            <a:pPr lvl="1"/>
            <a:r>
              <a:t>Connected to internal documents using RAG</a:t>
            </a:r>
          </a:p>
          <a:p>
            <a:pPr lvl="1"/>
            <a:r>
              <a:t>Running on two RTX 3060 GPUs</a:t>
            </a:r>
          </a:p>
          <a:p>
            <a:pPr lvl="1"/>
            <a:r>
              <a:t>Zero external API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(Simple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asks a question</a:t>
            </a:r>
          </a:p>
          <a:p>
            <a:pPr lvl="1"/>
            <a:r>
              <a:t>System searches internal knowledge base (vector search)</a:t>
            </a:r>
          </a:p>
          <a:p>
            <a:pPr lvl="1"/>
            <a:r>
              <a:t>Relevant content is retrieved</a:t>
            </a:r>
          </a:p>
          <a:p>
            <a:pPr lvl="1"/>
            <a:r>
              <a:t>Local LLM generates grounded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 AI Matters for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sovereignty and privacy</a:t>
            </a:r>
          </a:p>
          <a:p>
            <a:pPr lvl="1"/>
            <a:r>
              <a:t>No external data transmission</a:t>
            </a:r>
          </a:p>
          <a:p>
            <a:pPr lvl="1"/>
            <a:r>
              <a:t>Works in restricted or air-gapped environments</a:t>
            </a:r>
          </a:p>
          <a:p>
            <a:pPr lvl="1"/>
            <a:r>
              <a:t>Predictable and controlled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Constraints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GPU memory (consumer hardware)</a:t>
            </a:r>
          </a:p>
          <a:p>
            <a:pPr lvl="1"/>
            <a:r>
              <a:t>Model size vs performance trade-offs</a:t>
            </a:r>
          </a:p>
          <a:p>
            <a:pPr lvl="1"/>
            <a:r>
              <a:t>Data cleaning and document chunking matter</a:t>
            </a:r>
          </a:p>
          <a:p>
            <a:pPr lvl="1"/>
            <a:r>
              <a:t>High-quality retrieval &gt; larger model 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Worked – What Didn’t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Worked: Smaller optimized models + strong RAG</a:t>
            </a:r>
          </a:p>
          <a:p>
            <a:pPr lvl="1"/>
            <a:r>
              <a:t>Worked: Modular API-based architecture</a:t>
            </a:r>
          </a:p>
          <a:p>
            <a:pPr lvl="1"/>
            <a:r>
              <a:t>Didn’t: Simply increasing model size</a:t>
            </a:r>
          </a:p>
          <a:p>
            <a:pPr lvl="1"/>
            <a:r>
              <a:t>Didn’t: Using unstructured raw documents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repetitive help desk workload</a:t>
            </a:r>
          </a:p>
          <a:p>
            <a:pPr lvl="1"/>
            <a:r>
              <a:t>Preserve institutional knowledge</a:t>
            </a:r>
          </a:p>
          <a:p>
            <a:pPr lvl="1"/>
            <a:r>
              <a:t>Enable secure AI experimentation</a:t>
            </a:r>
          </a:p>
          <a:p>
            <a:pPr lvl="1"/>
            <a:r>
              <a:t>Foundation for mission-specific AI assistants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don’t have to choose between AI and security.</a:t>
            </a:r>
          </a:p>
          <a:p>
            <a:pPr lvl="1"/>
            <a:r>
              <a:t>With the right architecture, we can have both.</a:t>
            </a:r>
          </a:p>
          <a:p>
            <a:pPr lvl="1"/>
            <a:r>
              <a:t>Secure. Private. Mission-ready AI.</a:t>
            </a:r>
          </a:p>
          <a:p>
            <a:pPr lvl="1"/>
            <a:r>
              <a:t>Built on hardware we already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